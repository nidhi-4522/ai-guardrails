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TRIMBLE INDIA AI SUMMIT  ·  TRACK 5  ·  PRODUCTIVITY AND INTERNAL OPERATIONS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1920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at the speed of 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9260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privacy and carbon layer for every Trimble LLM.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5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Cursor hook. A Trimble gateway.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  ·   Claude   ·   Gemini   ·   NotebookLM   ·   Copilot   ·   Cursor   ·   internal agents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failures, on every tool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11338560" cy="1371600"/>
          </a:xfrm>
          <a:prstGeom prst="roundRect">
            <a:avLst>
              <a:gd name="adj" fmla="val 5333"/>
            </a:avLst>
          </a:prstGeom>
          <a:solidFill>
            <a:srgbClr val="14586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leave the building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keys, employee ids, and customer rows sit in prompts, files, screenshots, tool calls, and logs.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017520"/>
            <a:ext cx="11338560" cy="1371600"/>
          </a:xfrm>
          <a:prstGeom prst="roundRect">
            <a:avLst>
              <a:gd name="adj" fmla="val 5333"/>
            </a:avLst>
          </a:prstGeom>
          <a:solidFill>
            <a:srgbClr val="14586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37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63040" y="3246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burn with no owner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3703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question still hits a large model. Old turns stay in context. Carbon is unmeasured.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4572000"/>
            <a:ext cx="11338560" cy="1371600"/>
          </a:xfrm>
          <a:prstGeom prst="roundRect">
            <a:avLst>
              <a:gd name="adj" fmla="val 5333"/>
            </a:avLst>
          </a:prstGeom>
          <a:solidFill>
            <a:srgbClr val="1458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92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4800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do not scale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257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Cursor hook never sees Gemini, NotebookLM, Copilot, Claude, or ChatGPT.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WHAT PRIVACY MODE DOES NOT 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off is not data-loss prevention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554480"/>
            <a:ext cx="5577840" cy="2057400"/>
          </a:xfrm>
          <a:prstGeom prst="roundRect">
            <a:avLst>
              <a:gd name="adj" fmla="val 3556"/>
            </a:avLst>
          </a:prstGeom>
          <a:solidFill>
            <a:srgbClr val="14586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Mode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training and, on most models, storage. It does not keep a prompt on the laptop.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577840" cy="2057400"/>
          </a:xfrm>
          <a:prstGeom prst="roundRect">
            <a:avLst>
              <a:gd name="adj" fmla="val 3556"/>
            </a:avLst>
          </a:prstGeom>
          <a:solidFill>
            <a:srgbClr val="14586A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hooks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2514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beforeSubmitPrompt can block. It cannot rewrite or tokenize the prompt.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3840480"/>
            <a:ext cx="5577840" cy="2057400"/>
          </a:xfrm>
          <a:prstGeom prst="roundRect">
            <a:avLst>
              <a:gd name="adj" fmla="val 3556"/>
            </a:avLst>
          </a:prstGeom>
          <a:solidFill>
            <a:srgbClr val="14586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vendor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" y="4800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Gemini, OpenAI, xAI, and GitHub keep their own retention rules.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3840480"/>
            <a:ext cx="5577840" cy="2057400"/>
          </a:xfrm>
          <a:prstGeom prst="roundRect">
            <a:avLst>
              <a:gd name="adj" fmla="val 3556"/>
            </a:avLst>
          </a:prstGeom>
          <a:solidFill>
            <a:srgbClr val="14586A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login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37960" y="4800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outside the team policy. The team key is the gate, not the IDE toggle.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summit idea into two controls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55448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14586A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155448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14586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Vault-tokenize with a random token.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stays only at Trimble.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value on the user reply.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write the raw prompt to a log.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and carbon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old turns and huge dumps.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tokens.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ask goes to a small model.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ask keeps the large model.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the carbon budget is spent.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function, then the provider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640080" cy="640080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647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554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ChatGPT, Claude, Gemini, Notebook, Copilot, agent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640080" cy="640080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9535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743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3154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key, detect, vault, trim, route, budget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4023360"/>
            <a:ext cx="640080" cy="640080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422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931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343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tokens only. Mock in this demo.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5212080"/>
            <a:ext cx="640080" cy="640080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53309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5120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reply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5532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known tokens. Redact new secrets. Audit stores tokens.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WHERE EACH PRODUCT PLUGS 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guard. Different door.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11338560" cy="475488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713232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E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2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E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2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E3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can honestly claim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2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URL points 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6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Fable stays off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E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detect and vault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6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 cannot edit the prompt. The URL can.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E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scan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add source and before 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6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scan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 plus content exclusion. No private-wire proxy.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E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every hop, tool call, and tool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6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leaks. One test file.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Password pasted in chat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Same secret in a later turn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.env or key file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Screenshot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Tool call carries a token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212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Tool result returns PII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1554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Shell posts off the machine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Secret echoed into the reply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3017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Crash or timeout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3749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Early agent turn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4480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Personal login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5212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Fable model or own API key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FAIL CLOSED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guard does not call the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64592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14586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or bad JSON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503. Provider is not called.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51960" y="164592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14586A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965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80560" y="2697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Blocked. This build does not OCR pixels.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64592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14586A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965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file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21040" y="2697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.env, pem, id_rsa, credentials denied.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" y="384048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14586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60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command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curl, wget, or PowerShell web call to a URL is denied.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51960" y="384048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14586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4160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account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tmb_team_ key is accepted.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92440" y="384048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14586A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4160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budget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carbon estimate stops the call.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IMPACT AND LIMITS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demo proves, and what it does not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payload has no raw password, key, email, or employee id.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later turn cannot recover the raw value from history.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reply can restore a token this vault created.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secret in the model reply is redacted.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asks take the small route. Over budget stops the call.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prove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09360" y="196596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summit figures, about 60% fewer breaches and 50% less carbon, are targets. They are not measurements from this demo.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kilograms are planning estimates, not a certified assessment.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and NotebookLM still need a client call. We do not sit on their private channel.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websites with no base URL need a browser shim.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gateway on the path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tools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0" y="1508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Cursor, ChatGPT, Claude, and Gemini base URLs at the gateway.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2697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06240" y="2697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token map into Trimble KMS. This demo keeps it in memory.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3886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06240" y="3886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and Copilot call /v1/scan before they send.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5074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5074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06240" y="5074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personal Cursor, ChatGPT, and Copilot logins on Trimble machines.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Guardrails for every Trimble LLM</dc:title>
  <dc:subject>Privacy-safe, carbon-aware middleware</dc:subject>
  <dc:creator>Trimble India AI Summit</dc:creator>
  <cp:lastModifiedBy>Trimble India AI Summit</cp:lastModifiedBy>
  <cp:revision>1</cp:revision>
  <dcterms:created xsi:type="dcterms:W3CDTF">2026-10-09T06:50:07Z</dcterms:created>
  <dcterms:modified xsi:type="dcterms:W3CDTF">2026-10-09T06:50:07Z</dcterms:modified>
</cp:coreProperties>
</file>